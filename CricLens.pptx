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Alexandria Medium" panose="020B0604020202020204" charset="-78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anrope" panose="020B0604020202020204" charset="0"/>
      <p:regular r:id="rId19"/>
    </p:embeddedFont>
    <p:embeddedFont>
      <p:font typeface="Manrope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84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882" y="0"/>
            <a:ext cx="392511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63737" y="165491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CricLens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7" y="2265201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Intelligent IPL Analytics &amp; Decision Support Platform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Every Ball to Every Insight.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5B6E8C"/>
              </a:solidFill>
              <a:latin typeface="Manrope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5B6E8C"/>
              </a:solidFill>
              <a:latin typeface="Manrope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F04AF-2534-911F-801D-FB0B14926F2F}"/>
              </a:ext>
            </a:extLst>
          </p:cNvPr>
          <p:cNvSpPr txBox="1"/>
          <p:nvPr/>
        </p:nvSpPr>
        <p:spPr>
          <a:xfrm>
            <a:off x="1899946" y="4407566"/>
            <a:ext cx="3318934" cy="819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133000"/>
              </a:lnSpc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</a:rPr>
              <a:t>Amitesh Ram | 24BDS1030</a:t>
            </a:r>
          </a:p>
          <a:p>
            <a:pPr lvl="3">
              <a:lnSpc>
                <a:spcPct val="133000"/>
              </a:lnSpc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</a:rPr>
              <a:t>Barath T | 24BDS1178</a:t>
            </a:r>
            <a:endParaRPr lang="en-US" sz="11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151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Problem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947291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7139" y="1081162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Massive, Underutilized Data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87139" y="1328514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years, 250+ matches, 150K+ balls annually — yet insights remain buried and inaccessible.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16013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7139" y="2049884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Fragmented Intelligence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87139" y="2297237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Stats scattered across platforms with no way to correlate player, team, and venue data meaningfully.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84736"/>
            <a:ext cx="4722763" cy="867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7139" y="3018606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Intuition Over Evidence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87139" y="3265959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Coaches and analysts rely on gut feel rather than structured, data-driven decision support.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853458"/>
            <a:ext cx="4722763" cy="8678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7139" y="3987329"/>
            <a:ext cx="43978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Unified Source of Truth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87139" y="4234681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Coaches, analysts, and fans each need one authoritative platform — and none currently exists.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443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IPL?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10941"/>
            <a:ext cx="4004965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Rich, Structured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Ball-by-ball records, player stats, and venue conditions — publicly available and well-documented.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810941"/>
            <a:ext cx="4005039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T20 Strategic Complexity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format demands split-second tactical decisions where analytics delivers measurable edge.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400M+ Global Fans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45891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Deeper insights drive engagement, viewership, and commercial value at an enormous scale.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315240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High-Stakes Business Impact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45891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Teams invest millions per season — superior analytics translates directly to competitive advantage.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98798"/>
            <a:ext cx="5198418" cy="29457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5644" y="535632"/>
            <a:ext cx="2666926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Dataset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5985644" y="1011808"/>
            <a:ext cx="264096" cy="26409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46924" y="1052140"/>
            <a:ext cx="2305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IPL 2008–2028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46924" y="1332756"/>
            <a:ext cx="230564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complete seasons of ball-by-ball records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85644" y="1870546"/>
            <a:ext cx="264096" cy="26409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46924" y="1910879"/>
            <a:ext cx="2305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Coverage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46924" y="2191494"/>
            <a:ext cx="2305645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250+ matches, 150K+ deliveries, player performance metrics, venue conditions, match outcomes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5644" y="2900958"/>
            <a:ext cx="264096" cy="26409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6924" y="2941290"/>
            <a:ext cx="2305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46924" y="3221906"/>
            <a:ext cx="230564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Cleaned and normalized for EDA and statistical modeling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5644" y="3759696"/>
            <a:ext cx="264096" cy="264096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46924" y="3800029"/>
            <a:ext cx="2305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Scope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346924" y="4080644"/>
            <a:ext cx="2305645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All-format data enabling cross-season trends, player consistency analysis, and venue behaviour patterns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56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R?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33983"/>
            <a:ext cx="252487" cy="252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26964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Statistical Computing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1691655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Native support for hypothesis testing, regression analysis, and probabilistic modeling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247" y="1033983"/>
            <a:ext cx="252487" cy="252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2247" y="1426964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42247" y="1691655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tidyverse (dplyr, tidyr) for efficient data cleaning and transformation at scale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298427"/>
            <a:ext cx="252487" cy="2524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691408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6119" y="2956099"/>
            <a:ext cx="400563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ggplot2 for publication-quality EDA and interactive charts via plotly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2247" y="2298427"/>
            <a:ext cx="252487" cy="2524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2247" y="2691408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42247" y="2956099"/>
            <a:ext cx="400563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caret, randomForest, and forecast for ML and time-series analysis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371924"/>
            <a:ext cx="252487" cy="25248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764905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Interactive Dashboards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96119" y="4029596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Shiny for real-time, reactive web applications — entirely within the R ecosystem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2247" y="3371924"/>
            <a:ext cx="252487" cy="25248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2247" y="3764905"/>
            <a:ext cx="4005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642247" y="4029596"/>
            <a:ext cx="40056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Single language from raw data to final output ensures transparency and auditability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267519" y="4537993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Key Packages: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tidyr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ggplot2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caret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9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shiny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609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755600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rigorous data science pipeline — from raw ball-by-ball records to an interactive decision support platform.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9088"/>
            <a:ext cx="8151763" cy="36682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4067" y="1107326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Ingest &amp; Clean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724067" y="1390478"/>
            <a:ext cx="1426538" cy="28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Collect raw ball-by-ball records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34929" y="3858506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Feature Eng.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34929" y="4141659"/>
            <a:ext cx="1434376" cy="28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Derive match and player features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30115" y="1079892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30115" y="1363044"/>
            <a:ext cx="1426538" cy="28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Visualize patterns and anomalies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0977" y="3858506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Statistical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940977" y="4141659"/>
            <a:ext cx="1426539" cy="28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rigorous tests and models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643512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stage is implemented entirely in R. The Natural Language Interface (NVIDIA NIM) sits at the top as a query layer — all analytical logic remains in the R pipeline beneath it.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433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Analytics Modules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185714"/>
            <a:ext cx="1894582" cy="3372520"/>
          </a:xfrm>
          <a:prstGeom prst="roundRect">
            <a:avLst>
              <a:gd name="adj" fmla="val 105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3785" y="1323380"/>
            <a:ext cx="161925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Player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3785" y="1655638"/>
            <a:ext cx="1619250" cy="2764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Consistency Analysis — performance variance across seasons and match phases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Phase-wise Performance — powerplay, middle, and death over metrics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Impact Score — weighted contribution to team wins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5270" y="1185714"/>
            <a:ext cx="1894656" cy="3372520"/>
          </a:xfrm>
          <a:prstGeom prst="roundRect">
            <a:avLst>
              <a:gd name="adj" fmla="val 1052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2936" y="1323380"/>
            <a:ext cx="161932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Team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2936" y="1655638"/>
            <a:ext cx="1619324" cy="2146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 Probability Modeling — in-game match outcome forecasting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Toss Analysis — impact of toss decision by venue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Chase Analysis — run-chase success rates and strategy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38836" y="1185714"/>
            <a:ext cx="1894582" cy="3374231"/>
          </a:xfrm>
          <a:prstGeom prst="roundRect">
            <a:avLst>
              <a:gd name="adj" fmla="val 105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502" y="1323380"/>
            <a:ext cx="161925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Venue 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6502" y="1655638"/>
            <a:ext cx="1619250" cy="2558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Pitch Behaviour Patterns — scoring trends and surface characteristics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Scores &amp; Variance — batting difficulty and home advantage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Toss Influence — optimal batting/bowling strategies by ground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57988" y="1185714"/>
            <a:ext cx="1894656" cy="3374231"/>
          </a:xfrm>
          <a:prstGeom prst="roundRect">
            <a:avLst>
              <a:gd name="adj" fmla="val 1052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95654" y="1323380"/>
            <a:ext cx="1619324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Predictive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95654" y="1863328"/>
            <a:ext cx="1619324" cy="2558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Match Prediction — outcome forecasting from historical patterns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Player Form Forecasting — next-match performance prediction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Player Clustering — unsupervised grouping by role and impact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9352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Example Use Cases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011510"/>
            <a:ext cx="664518" cy="12408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5205" y="1144414"/>
            <a:ext cx="39336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Death Overs Specialist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85205" y="1426815"/>
            <a:ext cx="3933676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"Which player performs best in death overs?"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Phase-wise analysis → ranked list with strike rate, consistency score, and impact index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252365"/>
            <a:ext cx="664518" cy="12408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5205" y="2385268"/>
            <a:ext cx="39336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Venue Head-to-Head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285205" y="2667670"/>
            <a:ext cx="3933676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"Compare Kohli and Rohit at Chepauk"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Venue-filtered analysis → radar chart + statistical significance testing on sample size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493219"/>
            <a:ext cx="664518" cy="12408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5205" y="3626123"/>
            <a:ext cx="39336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Match Outcome Prediction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1285205" y="3908524"/>
            <a:ext cx="3933676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"Predict tomorrow's match outcome"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Squad + venue + history → ML win probability with confidence intervals and key drivers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4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Role of AI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08720" y="1518419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is not responsible for analytics. It only converts natural language queries into predefined R analytical functions.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358950"/>
            <a:ext cx="19050" cy="545753"/>
          </a:xfrm>
          <a:prstGeom prst="roundRect">
            <a:avLst>
              <a:gd name="adj" fmla="val 50000"/>
            </a:avLst>
          </a:prstGeom>
          <a:solidFill>
            <a:srgbClr val="AAE4FE"/>
          </a:solidFill>
          <a:ln/>
        </p:spPr>
      </p:sp>
      <p:sp>
        <p:nvSpPr>
          <p:cNvPr id="5" name="Shape 3"/>
          <p:cNvSpPr/>
          <p:nvPr/>
        </p:nvSpPr>
        <p:spPr>
          <a:xfrm>
            <a:off x="394022" y="2064172"/>
            <a:ext cx="4107135" cy="2446883"/>
          </a:xfrm>
          <a:prstGeom prst="roundRect">
            <a:avLst>
              <a:gd name="adj" fmla="val 13905"/>
            </a:avLst>
          </a:prstGeom>
          <a:solidFill>
            <a:srgbClr val="AAE4FE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205930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AI Does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569146"/>
            <a:ext cx="3823618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Accepts conversational natural language input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Maps queries to the correct predefined R function via NVIDIA NIM API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Returns results in a readable, user-friendly format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20593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AI Does NOT 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569146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performs no statistical analysis or modeling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makes no predictions or decisions independently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query maps to an auditable R function —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 black-box decision-making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370306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statistical rigor, modeling, and insight generation originates in the R pipeline. AI simply makes the platform conversational.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323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 Stack &amp; Deliverables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91257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Technology Stack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118890"/>
            <a:ext cx="1945035" cy="705743"/>
          </a:xfrm>
          <a:prstGeom prst="roundRect">
            <a:avLst>
              <a:gd name="adj" fmla="val 20715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7814" y="1230585"/>
            <a:ext cx="172164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Core Engine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7814" y="1449809"/>
            <a:ext cx="1721644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 —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tidyr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ggplot2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caret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08126" y="1118890"/>
            <a:ext cx="1945035" cy="705743"/>
          </a:xfrm>
          <a:prstGeom prst="roundRect">
            <a:avLst>
              <a:gd name="adj" fmla="val 20715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9821" y="1230585"/>
            <a:ext cx="172164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19821" y="1449809"/>
            <a:ext cx="1721644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Shiny — interactive, reactive web application built entirely in 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6119" y="1891605"/>
            <a:ext cx="3957042" cy="574179"/>
          </a:xfrm>
          <a:prstGeom prst="roundRect">
            <a:avLst>
              <a:gd name="adj" fmla="val 25462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814" y="2003301"/>
            <a:ext cx="373365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 Interface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7814" y="2222525"/>
            <a:ext cx="373365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NVIDIA NIM API — natural language to R function mapping layer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95602" y="891257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5602" y="1118890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95602" y="1270174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6" name="Text 14"/>
          <p:cNvSpPr/>
          <p:nvPr/>
        </p:nvSpPr>
        <p:spPr>
          <a:xfrm>
            <a:off x="4695602" y="1347415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Cleaned IPL Dataset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95602" y="1566639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2008–2026, normalized and validated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95602" y="1838251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95602" y="1979861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0" name="Text 18"/>
          <p:cNvSpPr/>
          <p:nvPr/>
        </p:nvSpPr>
        <p:spPr>
          <a:xfrm>
            <a:off x="4695602" y="2066776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Analytics Engine &amp; ML Models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95602" y="2286000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Reproducible R scripts with validation metrics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95602" y="2557611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95602" y="2689473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4" name="Text 22"/>
          <p:cNvSpPr/>
          <p:nvPr/>
        </p:nvSpPr>
        <p:spPr>
          <a:xfrm>
            <a:off x="4695602" y="2786137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Interactive Shiny Dashboard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95602" y="3005361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exploration, filtering, and visual discovery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95602" y="3276972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95602" y="3399160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8" name="Text 26"/>
          <p:cNvSpPr/>
          <p:nvPr/>
        </p:nvSpPr>
        <p:spPr>
          <a:xfrm>
            <a:off x="4695602" y="3505498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Natural Language Query Assistant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95602" y="3724721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Conversational interface powered by NVIDIA NIM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95602" y="3996333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95602" y="4108772"/>
            <a:ext cx="3957042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32" name="Text 30"/>
          <p:cNvSpPr/>
          <p:nvPr/>
        </p:nvSpPr>
        <p:spPr>
          <a:xfrm>
            <a:off x="4695602" y="4224858"/>
            <a:ext cx="3957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Technical Report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95602" y="4444082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documentation with model validation and methodology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866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Outcomes &amp; Future Scope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96008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Expected Outcomes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1784003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816" y="1776933"/>
            <a:ext cx="17277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Fully functional analytics platform with predictive models and interactive dashboards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974777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967707"/>
            <a:ext cx="17277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Data-driven decision support for teams, coaches, and analysts — backed by statistical rigor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464201" y="1396008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Future Roadmap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7332" y="1784003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24898" y="1776933"/>
            <a:ext cx="17277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match analytics and mobile application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7332" y="2521148"/>
            <a:ext cx="212601" cy="21260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924898" y="2514079"/>
            <a:ext cx="172774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Multi-league expansion — BBL, PSL, and international formats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7332" y="3485108"/>
            <a:ext cx="212601" cy="21260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924898" y="3478039"/>
            <a:ext cx="17277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Fantasy XI recommendation engine powered by player clustering models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887</Words>
  <Application>Microsoft Office PowerPoint</Application>
  <PresentationFormat>On-screen Show (16:9)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Manrope</vt:lpstr>
      <vt:lpstr>Manrope Bold</vt:lpstr>
      <vt:lpstr>Arial</vt:lpstr>
      <vt:lpstr>Consolas</vt:lpstr>
      <vt:lpstr>Alexandria Light</vt:lpstr>
      <vt:lpstr>Alexandria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Barath T</dc:creator>
  <cp:lastModifiedBy>Barath T</cp:lastModifiedBy>
  <cp:revision>2</cp:revision>
  <dcterms:created xsi:type="dcterms:W3CDTF">2026-08-03T15:10:41Z</dcterms:created>
  <dcterms:modified xsi:type="dcterms:W3CDTF">2026-08-04T17:41:56Z</dcterms:modified>
</cp:coreProperties>
</file>